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8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04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5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61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32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84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31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21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45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6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17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9121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01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44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60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2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7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38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967" y="609594"/>
            <a:ext cx="7055380" cy="1400530"/>
          </a:xfrm>
        </p:spPr>
        <p:txBody>
          <a:bodyPr/>
          <a:lstStyle/>
          <a:p>
            <a:r>
              <a:rPr dirty="0"/>
              <a:t>Christopher Columbus Adventure</a:t>
            </a:r>
          </a:p>
          <a:p>
            <a:r>
              <a:rPr sz="1800" dirty="0"/>
              <a:t>Backend Architecture &amp;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3429000"/>
            <a:ext cx="6711654" cy="2819406"/>
          </a:xfrm>
        </p:spPr>
        <p:txBody>
          <a:bodyPr/>
          <a:lstStyle/>
          <a:p>
            <a:r>
              <a:rPr dirty="0"/>
              <a:t>• 20×20 grid exploration game</a:t>
            </a:r>
          </a:p>
          <a:p>
            <a:r>
              <a:rPr dirty="0"/>
              <a:t>• Columbus moves with arrow keys</a:t>
            </a:r>
          </a:p>
          <a:p>
            <a:r>
              <a:rPr dirty="0"/>
              <a:t>• Pirates chase Columbus</a:t>
            </a:r>
          </a:p>
          <a:p>
            <a:r>
              <a:rPr dirty="0"/>
              <a:t>• Winds teleport objects</a:t>
            </a:r>
          </a:p>
          <a:p>
            <a:r>
              <a:rPr dirty="0"/>
              <a:t>• Monsters kill pirates/Columbus</a:t>
            </a:r>
          </a:p>
          <a:p>
            <a:r>
              <a:rPr dirty="0"/>
              <a:t>• Multiple OO design patterns 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HTTP Server handles routes: /play, /newgame, /createObject</a:t>
            </a:r>
          </a:p>
          <a:p>
            <a:r>
              <a:t>• Game Engine manages grid, entities, collisions</a:t>
            </a:r>
          </a:p>
          <a:p>
            <a:r>
              <a:t>• Entities: Columbus, Pirates, Whales, Wind, Islands</a:t>
            </a:r>
          </a:p>
          <a:p>
            <a:r>
              <a:t>• Patterns: Observer, Factory, Composite, Decorator</a:t>
            </a:r>
          </a:p>
          <a:p>
            <a:r>
              <a:t>• MVC-like separation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 Used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BF4797E-CCC9-56C1-A1A4-92F9E8DD5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075597"/>
              </p:ext>
            </p:extLst>
          </p:nvPr>
        </p:nvGraphicFramePr>
        <p:xfrm>
          <a:off x="827088" y="1458686"/>
          <a:ext cx="7511370" cy="4474915"/>
        </p:xfrm>
        <a:graphic>
          <a:graphicData uri="http://schemas.openxmlformats.org/drawingml/2006/table">
            <a:tbl>
              <a:tblPr/>
              <a:tblGrid>
                <a:gridCol w="2503790">
                  <a:extLst>
                    <a:ext uri="{9D8B030D-6E8A-4147-A177-3AD203B41FA5}">
                      <a16:colId xmlns:a16="http://schemas.microsoft.com/office/drawing/2014/main" val="2729439778"/>
                    </a:ext>
                  </a:extLst>
                </a:gridCol>
                <a:gridCol w="2503790">
                  <a:extLst>
                    <a:ext uri="{9D8B030D-6E8A-4147-A177-3AD203B41FA5}">
                      <a16:colId xmlns:a16="http://schemas.microsoft.com/office/drawing/2014/main" val="1899930199"/>
                    </a:ext>
                  </a:extLst>
                </a:gridCol>
                <a:gridCol w="2503790">
                  <a:extLst>
                    <a:ext uri="{9D8B030D-6E8A-4147-A177-3AD203B41FA5}">
                      <a16:colId xmlns:a16="http://schemas.microsoft.com/office/drawing/2014/main" val="1075375587"/>
                    </a:ext>
                  </a:extLst>
                </a:gridCol>
              </a:tblGrid>
              <a:tr h="458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Used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238724"/>
                  </a:ext>
                </a:extLst>
              </a:tr>
              <a:tr h="803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Observer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Columbus &amp; Pirates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Auto pirate chasing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275380"/>
                  </a:ext>
                </a:extLst>
              </a:tr>
              <a:tr h="803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Factory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PirateFactory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Create multiple pirate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573117"/>
                  </a:ext>
                </a:extLst>
              </a:tr>
              <a:tr h="803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Composite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CreatureContainer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Group whale monsters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761152"/>
                  </a:ext>
                </a:extLst>
              </a:tr>
              <a:tr h="803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Decorator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LifeExtension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Multi-layer shield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025729"/>
                  </a:ext>
                </a:extLst>
              </a:tr>
              <a:tr h="803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MVC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App + Game + 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Clear separation of concerns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43509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16010B3-354C-11B4-E543-F065E28F214F}"/>
              </a:ext>
            </a:extLst>
          </p:cNvPr>
          <p:cNvSpPr/>
          <p:nvPr/>
        </p:nvSpPr>
        <p:spPr>
          <a:xfrm>
            <a:off x="827088" y="1458686"/>
            <a:ext cx="7511370" cy="4626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0E5EF7-683C-4E65-3A5C-43674A42A061}"/>
              </a:ext>
            </a:extLst>
          </p:cNvPr>
          <p:cNvCxnSpPr>
            <a:cxnSpLocks/>
          </p:cNvCxnSpPr>
          <p:nvPr/>
        </p:nvCxnSpPr>
        <p:spPr>
          <a:xfrm>
            <a:off x="827088" y="1937657"/>
            <a:ext cx="75113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App.java – Backend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Starts NanoHTTPD server on port 8080</a:t>
            </a:r>
          </a:p>
          <a:p>
            <a:r>
              <a:t>• Handles /newgame, /play, /createObject</a:t>
            </a:r>
          </a:p>
          <a:p>
            <a:r>
              <a:t>• Controller layer of MVC</a:t>
            </a:r>
          </a:p>
          <a:p>
            <a:r>
              <a:t>• Returns JSON GameState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Game.java – Central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20×20 grid and all entities</a:t>
            </a:r>
          </a:p>
          <a:p>
            <a:r>
              <a:t>• Handles movement and collisions</a:t>
            </a:r>
          </a:p>
          <a:p>
            <a:r>
              <a:t>• Uses PirateFactory, Composite for monsters</a:t>
            </a:r>
          </a:p>
          <a:p>
            <a:r>
              <a:t>• Observer: Columbus notifies pirates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ChristopherColumbusShip.java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Columbus position</a:t>
            </a:r>
          </a:p>
          <a:p>
            <a:r>
              <a:t>• Moves N/E/S/W</a:t>
            </a:r>
          </a:p>
          <a:p>
            <a:r>
              <a:t>• Triggers notifyObservers()</a:t>
            </a:r>
          </a:p>
          <a:p>
            <a:r>
              <a:t>• Treasure → win, Wind → teleport</a:t>
            </a:r>
          </a:p>
          <a:p>
            <a:r>
              <a:t>• Life system using Decorator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Pirate 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RapidPirateShip – aggressive chasing</a:t>
            </a:r>
          </a:p>
          <a:p>
            <a:r>
              <a:t>• SlowPirateShip – random movement</a:t>
            </a:r>
          </a:p>
          <a:p>
            <a:r>
              <a:t>• Observer: both react to Columbus moves</a:t>
            </a:r>
          </a:p>
          <a:p>
            <a:r>
              <a:t>• Factory: PPirateShipFactory creates P/Q 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 &amp; WindContainer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Wind acts as teleport spot</a:t>
            </a:r>
          </a:p>
          <a:p>
            <a:r>
              <a:t>• Random teleport to another wind location</a:t>
            </a:r>
          </a:p>
          <a:p>
            <a:r>
              <a:t>• WindContainer stores all whirlpools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Monsters (Whales)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Move inside bounded region</a:t>
            </a:r>
          </a:p>
          <a:p>
            <a:r>
              <a:t>• Kill pirates and Columbus</a:t>
            </a:r>
          </a:p>
          <a:p>
            <a:r>
              <a:t>• CreatureContainer groups monsters</a:t>
            </a:r>
          </a:p>
          <a:p>
            <a:r>
              <a:t>• Composite Pattern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GameState &amp; Cell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Converts grid into JSON for frontend</a:t>
            </a:r>
          </a:p>
          <a:p>
            <a:r>
              <a:t>• Each cell mapped to Cell object</a:t>
            </a:r>
          </a:p>
          <a:p>
            <a:r>
              <a:t>• DTO pattern for sending state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 System (Decorator)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Columbus gains shield via LifeExtension</a:t>
            </a:r>
          </a:p>
          <a:p>
            <a:r>
              <a:t>• Shields stack recursively</a:t>
            </a:r>
          </a:p>
          <a:p>
            <a:r>
              <a:t>• Pirate hit reduces shield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 → /play</a:t>
            </a:r>
          </a:p>
          <a:p>
            <a:r>
              <a:t>• Columbus moves → notifyObservers()</a:t>
            </a:r>
          </a:p>
          <a:p>
            <a:r>
              <a:t>• Pirates move automatically</a:t>
            </a:r>
          </a:p>
          <a:p>
            <a:r>
              <a:t>• Monsters move</a:t>
            </a:r>
          </a:p>
          <a:p>
            <a:r>
              <a:t>• Winds teleport</a:t>
            </a:r>
          </a:p>
          <a:p>
            <a:r>
              <a:t>• Updated grid returned as JSON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368</Words>
  <Application>Microsoft Office PowerPoint</Application>
  <PresentationFormat>On-screen Show (4:3)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Christopher Columbus Adventure Backend Architecture &amp; Design Patterns</vt:lpstr>
      <vt:lpstr>High-Level Architecture</vt:lpstr>
      <vt:lpstr>Design Patterns Used</vt:lpstr>
      <vt:lpstr>App.java – Backend Server</vt:lpstr>
      <vt:lpstr>Game.java – Central Engine</vt:lpstr>
      <vt:lpstr>ChristopherColumbusShip.java</vt:lpstr>
      <vt:lpstr>Pirate Ships</vt:lpstr>
      <vt:lpstr>Wind &amp; WindContainer</vt:lpstr>
      <vt:lpstr>Monsters (Whales)</vt:lpstr>
      <vt:lpstr>GameState &amp; Cell</vt:lpstr>
      <vt:lpstr>Life System (Decorator)</vt:lpstr>
      <vt:lpstr>Interaction 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Kocherlakota</cp:lastModifiedBy>
  <cp:revision>2</cp:revision>
  <dcterms:created xsi:type="dcterms:W3CDTF">2013-01-27T09:14:16Z</dcterms:created>
  <dcterms:modified xsi:type="dcterms:W3CDTF">2025-12-09T06:41:23Z</dcterms:modified>
  <cp:category/>
</cp:coreProperties>
</file>